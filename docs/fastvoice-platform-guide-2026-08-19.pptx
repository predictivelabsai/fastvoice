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FastVoice</a:t>
            </a:r>
            <a:br/>
            <a:r>
              <a:t>Platform Guide</a:t>
            </a:r>
          </a:p>
          <a:p>
            <a:pPr>
              <a:defRPr sz="1800">
                <a:solidFill>
                  <a:srgbClr val="F97316"/>
                </a:solidFill>
              </a:defRPr>
            </a:pPr>
            <a:r>
              <a:t>2026-08-19  •  https://voice.fastsme.com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FastVoice is a self-hosted voice-agent platform built with Python, FastHTML, HTMX, and browser-native JavaScript. It combines a visual workflow editor, live browser testing, outbound campaigns, telephony, knowledge retrieval, tools, recordings, model configuration, REST APIs, MCP, and a typed Python SDK in one deployab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voice agents you can see, test, and own.</a:t>
            </a:r>
          </a:p>
        </p:txBody>
      </p:sp>
      <p:pic>
        <p:nvPicPr>
          <p:cNvPr id="3" name="Picture 2" descr="01-build-voice-agents-you-can-see-test-and-ow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OPEN VOICE AUTOMATION Build voice agents you can see, test, and own. Design conversational workflows, test them in the browser, connect your preferred AI and telephony providers, and deploy on infrastructure you control. Start building Explore the API Self-hos</a:t>
            </a:r>
          </a:p>
          <a:p>
            <a:pPr>
              <a:defRPr sz="900">
                <a:solidFill>
                  <a:srgbClr val="F97316"/>
                </a:solidFill>
              </a:defRPr>
            </a:pPr>
            <a:r>
              <a:t>https://voice.fastsme.com/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 to FastVoice</a:t>
            </a:r>
          </a:p>
        </p:txBody>
      </p:sp>
      <p:pic>
        <p:nvPicPr>
          <p:cNvPr id="3" name="Picture 2" descr="02-sign-in-to-fastvoic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FastVoice WELCOME BACK Sign in to FastVoice Build, test and operate voice agents on infrastructure you control. Continue with GoogleContinue with FastSME OR CONTINUE WITH EMAIL Email Password Sign in Forgot password? New to FastVoice? Create an account</a:t>
            </a:r>
          </a:p>
          <a:p>
            <a:pPr>
              <a:defRPr sz="900">
                <a:solidFill>
                  <a:srgbClr val="F97316"/>
                </a:solidFill>
              </a:defRPr>
            </a:pPr>
            <a:r>
              <a:t>https://voice.fastsme.com/login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Create your account</a:t>
            </a:r>
          </a:p>
        </p:txBody>
      </p:sp>
      <p:pic>
        <p:nvPicPr>
          <p:cNvPr id="3" name="Picture 2" descr="03-create-your-account.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FastVoice OPEN VOICE AUTOMATION Create your account Continue with Google OR REGISTER WITH EMAIL Name Email Password Confirm password Create account We will email you a verification link before this account can sign in. Already registered? Sign in</a:t>
            </a:r>
          </a:p>
          <a:p>
            <a:pPr>
              <a:defRPr sz="900">
                <a:solidFill>
                  <a:srgbClr val="F97316"/>
                </a:solidFill>
              </a:defRPr>
            </a:pPr>
            <a:r>
              <a:t>https://voice.fastsme.com/signup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FastVoice API 1.0.0 OAS 3.1</a:t>
            </a:r>
          </a:p>
        </p:txBody>
      </p:sp>
      <p:pic>
        <p:nvPicPr>
          <p:cNvPr id="3" name="Picture 2" descr="04-fastvoice-api-1-0-0-oas-3-1.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main POST /api/v1/telephony/initiate-call Initiate Call POST /api/v1/telephony/inbound/run Handle Inbound Run POST /api/v1/telephony/inbound/fallback Handle Inbound Fallback POST /api/v1/telephony/inbound/{workflow_id} Handle Inbound Telephony POST /api/v1/tel</a:t>
            </a:r>
          </a:p>
          <a:p>
            <a:pPr>
              <a:defRPr sz="900">
                <a:solidFill>
                  <a:srgbClr val="F97316"/>
                </a:solidFill>
              </a:defRPr>
            </a:pPr>
            <a:r>
              <a:t>https://voice.fastsme.com/api/v1/docs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